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9E2"/>
                </a:solidFill>
              </a:defRPr>
            </a:pPr>
            <a:r>
              <a:t>KAIROS: Streaming Live RAG That Answers While You Speak</a:t>
            </a:r>
          </a:p>
          <a:p>
            <a:pPr>
              <a:defRPr sz="1500">
                <a:solidFill>
                  <a:srgbClr val="8FB3FF"/>
                </a:solidFill>
              </a:defRPr>
            </a:pPr>
            <a:r>
              <a:t>Event-Driven Speculative Retrieval, Intent Decomposition &amp; In-Place Conversational Evolution on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Presenter: Cheshta Rajput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Institution: M S Ramaiah Institute of Technology, Bengaluru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Theme: Theme 04 — Streaming Live RAG (Samsung PRISM GenAI Hackathon 2026)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Release Tag: PRISM_GENAI_HACKATHON_Y2026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9E2"/>
                </a:solidFill>
              </a:defRPr>
            </a:pPr>
            <a:r>
              <a:t>The Problem: Traditional Voice RAG Imposes Painful Conversational Pauses</a:t>
            </a:r>
          </a:p>
          <a:p>
            <a:pPr>
              <a:defRPr sz="1500">
                <a:solidFill>
                  <a:srgbClr val="8FB3FF"/>
                </a:solidFill>
              </a:defRPr>
            </a:pPr>
            <a:r>
              <a:t>Sequential Execution Bottlenecks in Voice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3.5 to 5.0 seconds conversational delay: Full utterance ASR wait + sequential vector search + LLM generation leaves users in awkward silence.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Compound questions fail: Complex sentences ("Venue for 40 in Pune and what is the refund policy?") are mashed into a single noisy vector search.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100% restart overhead: Late details ("Actually make that 60 people") force existing systems to discard all prior context and re-execute from scratch.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9E2"/>
                </a:solidFill>
              </a:defRPr>
            </a:pPr>
            <a:r>
              <a:t>What Makes Kairos Different: Three Architectural Innovations</a:t>
            </a:r>
          </a:p>
          <a:p>
            <a:pPr>
              <a:defRPr sz="1500">
                <a:solidFill>
                  <a:srgbClr val="8FB3FF"/>
                </a:solidFill>
              </a:defRPr>
            </a:pPr>
            <a:r>
              <a:t>Voice-First Engineering Grounded in Determinism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Ready-at-End (65.4%): Answers while you speak! Kairos synthesizes and deterministically verifies claims before the speaker stops talking.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Two-Speed Grounded Synthesis: Instant verbatim excerpt (&lt; 1ms) followed by fluent local Qwen2.5 rewrite (&lt; 820ms) passing the same strict Grounding Gate.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In-Place State Continuity (Gate G5): Patches only affected claims upon late detail arrival while preserving unaffected claims byte-identical.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9E2"/>
                </a:solidFill>
              </a:defRPr>
            </a:pPr>
            <a:r>
              <a:t>Parsimonious 5-Stage Streaming Pipeline</a:t>
            </a:r>
          </a:p>
          <a:p>
            <a:pPr>
              <a:defRPr sz="1500">
                <a:solidFill>
                  <a:srgbClr val="8FB3FF"/>
                </a:solidFill>
              </a:defRPr>
            </a:pPr>
            <a:r>
              <a:t>Single asyncio event loop, zero agent framework overhead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Stage 1 (Retrieval Controller): Monitors entity saturation &amp; semantic drift to emit WAIT / RETRIEVE / SUPPRESS decisions.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Stage 2 (Multi-Intent Decomposer): Strips disfluencies ("Pune — no, Mumbai" -&gt; Mumbai) and splits into parallel legs with context inheritance.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Stage 3 (Hybrid Retriever): Concurrent FastEmbed BGE-small dense + BM25s sparse search with 400ms deadline bounds.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Stage 4 (Rank Fusion &amp; Deduplication): Reciprocal Rank Fusion (RRF k=60) with cosine near-duplicate suppression (&gt; 0.95).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Stage 5 (Two-Speed Synthesis): Speed 1 extractive quote + Speed 2 local Qwen2.5 GGUF constrained by deterministic GroundingGate.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9E2"/>
                </a:solidFill>
              </a:defRPr>
            </a:pPr>
            <a:r>
              <a:t>Official Benchmark Acceptance Gates (n=64 Frozen Test Split)</a:t>
            </a:r>
          </a:p>
          <a:p>
            <a:pPr>
              <a:defRPr sz="1500">
                <a:solidFill>
                  <a:srgbClr val="8FB3FF"/>
                </a:solidFill>
              </a:defRPr>
            </a:pPr>
            <a:r>
              <a:t>All six official hackathon acceptance gates PASS with 0 hallucinations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G1 (Offline Reproducibility): 1.000 (n=1) — Runs 100% offline inside hardened container without network access.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G2 (Early Retrieval Triggering): 1.000 (n=52) — Mean lead time 1.88s before utterance end, 0 false triggers on suppression turns.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G3 (Multi-Intent Decomposition): 0.895 (n=19) — 17/19 compound queries isolated &gt;=2 distinct legs (threshold &gt;= 0.70).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G4 (Grounding Integrity): 0.000 (n=112) — Exactly 0 fabricated citations across all 112 evaluated claims (100% supported).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G5 (Selective State Continuity): 1.000 (n=18) — 18/18 late constraints preserved byte-identical invariant claims.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G6 (Telemetry Schema): 1.000 (n=64) — 100% compliance with structured JSONL and OpenTelemetry span schemas.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9E2"/>
                </a:solidFill>
              </a:defRPr>
            </a:pPr>
            <a:r>
              <a:t>1.508 Seconds Median Time Saved vs Sequential Baseline</a:t>
            </a:r>
          </a:p>
          <a:p>
            <a:pPr>
              <a:defRPr sz="1500">
                <a:solidFill>
                  <a:srgbClr val="8FB3FF"/>
                </a:solidFill>
              </a:defRPr>
            </a:pPr>
            <a:r>
              <a:t>Measured on Shared Virtual Clock Across 64 Test 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1.508s median turn savings (1.579s mean savings) across 100% of retrieval-requiring turns.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H = 1.0 (100% Hidden Retrieval Latency): 0.0s median trigger gap under Galbraith (arXiv:2606.20113) prefix ceiling.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0 restart token overhead in Kairos compared to full prompt re-ingestion in sequential baselines.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1,800ms median retrieval lead time ahead of speaker-stopped timestamp.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9E2"/>
                </a:solidFill>
              </a:defRPr>
            </a:pPr>
            <a:r>
              <a:t>Laptop-Class CPU Efficiency &amp; Concurrency</a:t>
            </a:r>
          </a:p>
          <a:p>
            <a:pPr>
              <a:defRPr sz="1500">
                <a:solidFill>
                  <a:srgbClr val="8FB3FF"/>
                </a:solidFill>
              </a:defRPr>
            </a:pPr>
            <a:r>
              <a:t>Strict 2.0 vCPU and 4096 MB RAM hardware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1 Session: 1,533 ms p50 turn latency, 584.5 MB peak RAM (14.3% of 4GB device ceiling).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10 Concurrent Sessions: 8,489 ms p50 turn latency, 0.0% error rate, 1,539.2 MB peak RAM (37.6% of 4GB).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25 Concurrent Sessions: Load-shedding gracefully preserves system stability at 3,300.7 MB peak RAM (&lt; 4GB).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100% local CPU inference: FastEmbed ONNX embeddings + Qwen2.5-1.5B-Instruct-Q4_K_M GGUF.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9E2"/>
                </a:solidFill>
              </a:defRPr>
            </a:pPr>
            <a:r>
              <a:t>Security Hardening, Threat Model &amp; Red-Team Audit</a:t>
            </a:r>
          </a:p>
          <a:p>
            <a:pPr>
              <a:defRPr sz="1500">
                <a:solidFill>
                  <a:srgbClr val="8FB3FF"/>
                </a:solidFill>
              </a:defRPr>
            </a:pPr>
            <a:r>
              <a:t>STRIDE Threat Model &amp; OWASP Top 10 for GenAI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0.0% Attack Success Rate (0/32) across adversarial prompt injection, poisoning, and exfiltration attempts.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100% PII Redaction Rate: Automatic regex masking of credit card numbers, email addresses, and phone numbers.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Zero Agency Architecture: No tool calling, no network access, schema-validated JSON outputs only.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Spotlight Delimitation: Untrusted reference passages wrapped in &lt;untrusted_corpus&gt; blocks with system prompt guards.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0.01 ms security latency overhead per turn (1.0% of turn budget).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CE9E2"/>
                </a:solidFill>
              </a:defRPr>
            </a:pPr>
            <a:r>
              <a:t>Submission Ready — PRISM_GENAI_HACKATHON_Y2026</a:t>
            </a:r>
          </a:p>
          <a:p>
            <a:pPr>
              <a:defRPr sz="1500">
                <a:solidFill>
                  <a:srgbClr val="8FB3FF"/>
                </a:solidFill>
              </a:defRPr>
            </a:pPr>
            <a:r>
              <a:t>Theme 04: Streaming Live RAG · Team Coding Agent 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Complete source code, offline evaluation suite, and multi-stage Docker container.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Interactive UI (Assistant &amp; Inspector Modes) with quote-highlighted Source Viewer drawer.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All deliverables complete: Architecture Brief, Evaluation Report, Telemetry Schema, Operations Guide, and AI Disclosure.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Official Git Release Tag: PRISM_GENAI_HACKATHON_Y2026.</a:t>
            </a:r>
          </a:p>
          <a:p>
            <a:pPr>
              <a:spcAft>
                <a:spcPts val="1400"/>
              </a:spcAft>
              <a:defRPr sz="1700">
                <a:solidFill>
                  <a:srgbClr val="A3A9B5"/>
                </a:solidFill>
              </a:defRPr>
            </a:pPr>
            <a:r>
              <a:t>• Repository: https://github.com/cheshtarajput098-arch/kairos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